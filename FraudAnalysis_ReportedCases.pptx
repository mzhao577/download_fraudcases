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60"/>
    <p:restoredTop sz="94658"/>
  </p:normalViewPr>
  <p:slideViewPr>
    <p:cSldViewPr snapToGrid="0">
      <p:cViewPr varScale="1">
        <p:scale>
          <a:sx n="98" d="100"/>
          <a:sy n="98" d="100"/>
        </p:scale>
        <p:origin x="2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3E677-DD7A-A665-F7BF-ECEE94710F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3431CE-F07A-28CB-572F-AE5B1CFC3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2E7FC-8D76-FD40-E4F6-7FE01517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74EA3-03F5-7CB4-3CAD-04F54C0F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1EE25-0E89-0EA9-0B66-EDAB3047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02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5FFC1-398D-10C7-F059-F4E5382F1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3DB4F-833C-CEC4-E1B1-7D8B41AF3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81743-5D30-4AA3-583A-A8B1CFA45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FB1D0-142B-12F4-973F-646DBA412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E9B91-707F-FFFD-9B6F-8573A114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734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60751-C48E-0E6C-0043-28CFD587D0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28EBD7-7177-5C01-B837-064687A21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4DF9F-C9E3-D479-7613-7666F741E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2AEEB-7CFC-AFE3-0149-A568C00E5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C8B0D-7042-E817-FD96-3A759A770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59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A13B4-4506-B3C2-902A-C9849BB07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44179-5A62-D424-C7C9-79A9A2D6D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484E2C-A6C6-B933-7C2F-5EA5FEE1E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C9F8B4-2F98-5F42-970B-FB98EBDC3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AC25A-C378-176B-2003-5108D585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0C4BD7-B423-4ABB-89E8-75E1E96A4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31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BF4F-8B7D-A205-8095-0B45D9C6E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65F2B-FDC7-E9D4-CBAA-ABFA6C65F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6AA69B-5A3A-EF0D-B33C-6EA1B3876D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AD5AAC-F4AC-EC90-D7D3-2E487B5EED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8A7661-2FB4-1D16-4573-D8F2C01BE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26E7F4-900E-9827-1B0F-A268398E7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F756BA-7FF4-6FA1-18F3-D9D558C33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F5F68-060E-75E4-BF60-AFB7F5119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285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4A2D6-9B6B-612B-687F-3FFF7BE54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EA96CA-2966-F7BC-8CF7-2DCCD211A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095935-6C8C-20C1-05A2-7289C7D7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3CF8D3-0041-5CB2-224F-8D839130A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669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7E1093-5231-D5D8-7F2A-D3F721293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B0710B-4E87-96BA-F2E2-B80AE09D8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27F1E4-0812-254A-D128-C8DC3940A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284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9E017-C1DD-12FE-CD87-733FCEA07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3767B-5F51-337A-8231-863B71FBB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B4256D-2249-976C-E093-2DBC94F941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9375EC-B41B-782E-6BAD-F432D1632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BBA03-C078-4AD7-52AE-A9405497D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D3542-B471-CDC6-B825-EADFA1180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13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ECBA4-9048-9745-9912-955DB639A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4941A-F822-EE7C-C62E-7C16149778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442F4-CE9A-FBE7-EBC1-F434E78D0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0CC51-3AB6-DD9B-09B0-7C729E013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4123DD-E749-1537-887D-C7CDBADBA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F5AEC-A25C-C18B-C28E-F1A2DD47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40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2BA9-3988-512A-2AD6-3E6C62A62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77B189-91A3-2CF1-065E-F3AE0A0476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B8EFA-474B-4DE5-DE3A-097821D17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DD7F8-3D45-1A12-0A70-2EC2623BE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4FED3-CDE9-806E-14A7-E4052DEE3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75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2046C2-119D-C19C-B67E-398803F73E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738741-CDFF-B62A-7F1D-625EE0BA4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C2C48-3CD4-4639-9045-B79711270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AC892-FBFD-F32D-D9F3-4246D55BD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867E3D-87B8-9345-BEFC-CA53E430C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46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9E12D3-4DF9-296C-2181-63E416E45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F0F14-CFB9-6B8F-BDEC-7C966FF3F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7886A-F751-E373-D232-8E7497D38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08C36E-A951-7143-BBAC-056211D6024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23FF2-71CA-AC35-E716-397D8BBD83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D7D59C-3471-6364-A2BF-ADF9FBB474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261E5-DED5-F848-8853-FC5DD6954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33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FE40-EEC3-0AB1-2860-60063E51EA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EF2B1C-6E08-51B1-7667-54869423FD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85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AF555-073A-60F9-8AA2-29CFBFC83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kind of claims to ask for records, ??</a:t>
            </a:r>
            <a:br>
              <a:rPr lang="en-US" dirty="0"/>
            </a:br>
            <a:r>
              <a:rPr lang="en-US" dirty="0"/>
              <a:t>Limit to relevant providers or procedures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7826-3D71-09B2-BAE2-58503E61D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4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DBBEF-238B-476B-96AB-8AAC3224EC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4B8F7-ABEF-F3D1-0870-89515F2E3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2" y="639193"/>
            <a:ext cx="3571810" cy="357351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Reported Hours More than Possible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4409267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screenshot of a news paper&#10;&#10;AI-generated content may be incorrect.">
            <a:extLst>
              <a:ext uri="{FF2B5EF4-FFF2-40B4-BE49-F238E27FC236}">
                <a16:creationId xmlns:a16="http://schemas.microsoft.com/office/drawing/2014/main" id="{3582789E-BA85-E8C4-EEFD-E95DC9CDE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96657" y="640080"/>
            <a:ext cx="6981421" cy="593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77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115860-35E0-8B5B-5C01-5653A90BB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Why CBS-IL does not check the licenses?=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6A7F11-D788-FE4D-59BF-BAEC406B14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003736"/>
            <a:ext cx="6780700" cy="4848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9329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AA24DE7-C336-4994-8C52-D9B3F3D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33B83-0E3C-30D4-D7E7-C855475E8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rect">
            <a:avLst/>
          </a:prstGeom>
          <a:solidFill>
            <a:schemeClr val="accent1"/>
          </a:solidFill>
          <a:ln w="174625" cmpd="thinThick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CoVID Fraud, Won’t the Volume shows sign of steep climb?</a:t>
            </a:r>
          </a:p>
        </p:txBody>
      </p:sp>
      <p:pic>
        <p:nvPicPr>
          <p:cNvPr id="5" name="Content Placeholder 4" descr="A close-up of a document&#10;&#10;AI-generated content may be incorrect.">
            <a:extLst>
              <a:ext uri="{FF2B5EF4-FFF2-40B4-BE49-F238E27FC236}">
                <a16:creationId xmlns:a16="http://schemas.microsoft.com/office/drawing/2014/main" id="{2F25211F-ECCC-BCFC-4AE4-CEF88FFC6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582" y="1596707"/>
            <a:ext cx="6712244" cy="397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404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53B7A-DB94-4081-24EB-B223939E1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Claims with Deseased Patients</a:t>
            </a:r>
          </a:p>
        </p:txBody>
      </p:sp>
      <p:pic>
        <p:nvPicPr>
          <p:cNvPr id="5" name="Content Placeholder 4" descr="A screenshot of a text&#10;&#10;AI-generated content may be incorrect.">
            <a:extLst>
              <a:ext uri="{FF2B5EF4-FFF2-40B4-BE49-F238E27FC236}">
                <a16:creationId xmlns:a16="http://schemas.microsoft.com/office/drawing/2014/main" id="{D2115478-6EE5-A9A1-383D-2EDD98AB0D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087461"/>
            <a:ext cx="7347537" cy="4684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517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46</Words>
  <Application>Microsoft Macintosh PowerPoint</Application>
  <PresentationFormat>Widescreen</PresentationFormat>
  <Paragraphs>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What kind of claims to ask for records, ?? Limit to relevant providers or procedures</vt:lpstr>
      <vt:lpstr>Reported Hours More than Possible</vt:lpstr>
      <vt:lpstr>Why CBS-IL does not check the licenses?=</vt:lpstr>
      <vt:lpstr>CoVID Fraud, Won’t the Volume shows sign of steep climb?</vt:lpstr>
      <vt:lpstr>Claims with Deseased Patients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Zhao</dc:creator>
  <cp:lastModifiedBy>Benjamin Zhao</cp:lastModifiedBy>
  <cp:revision>5</cp:revision>
  <dcterms:created xsi:type="dcterms:W3CDTF">2026-08-14T01:52:04Z</dcterms:created>
  <dcterms:modified xsi:type="dcterms:W3CDTF">2026-08-14T23:17:08Z</dcterms:modified>
</cp:coreProperties>
</file>